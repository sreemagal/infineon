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Ethernet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 ·  IEEE 802 Family  ·  Vehicle Architecture  ·  OPEN Alliance  ·  TC10 / TC14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94360"/>
          </a:xfrm>
          <a:prstGeom prst="rect">
            <a:avLst/>
          </a:prstGeom>
          <a:solidFill>
            <a:srgbClr val="E8EF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73152" cy="59436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789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OSI Seven-Layer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023360" cy="59436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73152" cy="59436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8562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IEEE 802 Family Structure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4023360" cy="594360"/>
          </a:xfrm>
          <a:prstGeom prst="rect">
            <a:avLst/>
          </a:prstGeom>
          <a:solidFill>
            <a:srgbClr val="E8EF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60320"/>
            <a:ext cx="73152" cy="59436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334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Domain vs Zonal Vehicle Architecture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023360" cy="59436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37560"/>
            <a:ext cx="73152" cy="59436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4107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OPEN Alliance SIG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023360" cy="594360"/>
          </a:xfrm>
          <a:prstGeom prst="rect">
            <a:avLst/>
          </a:prstGeom>
          <a:solidFill>
            <a:srgbClr val="E8EF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05840"/>
            <a:ext cx="73152" cy="59436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0789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TC10 — Ethernet Sleep &amp; Wake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783080"/>
            <a:ext cx="4023360" cy="59436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783080"/>
            <a:ext cx="73152" cy="59436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8562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TC14 — 10BASE-T1S Automotive Enablement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2560320"/>
            <a:ext cx="4023360" cy="594360"/>
          </a:xfrm>
          <a:prstGeom prst="rect">
            <a:avLst/>
          </a:prstGeom>
          <a:solidFill>
            <a:srgbClr val="E8EF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560320"/>
            <a:ext cx="73152" cy="59436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6334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Tying It All Together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2743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3A8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Seven-Layer Model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framework for reasoning about communication functions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Seven-Layer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475488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96112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9235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9418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user / application function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362456"/>
            <a:ext cx="475488" cy="45720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389888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" y="14173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6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43560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syntax, data structure, interoperability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856232"/>
            <a:ext cx="475488" cy="4572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883664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4672" y="191109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92938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data exchange between entities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350008"/>
            <a:ext cx="475488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377440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4672" y="24048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4231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end-to-end communication, flow control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2843784"/>
            <a:ext cx="475488" cy="457200"/>
          </a:xfrm>
          <a:prstGeom prst="rect">
            <a:avLst/>
          </a:prstGeom>
          <a:solidFill>
            <a:srgbClr val="1A8A6B"/>
          </a:solidFill>
          <a:ln w="12700">
            <a:solidFill>
              <a:srgbClr val="1A8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871216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04672" y="28986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91693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and path selection — routing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337560"/>
            <a:ext cx="475488" cy="457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364992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4672" y="33924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4107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transport, MAC / LLC sublayers, addressing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831336"/>
            <a:ext cx="475488" cy="45720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858768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04672" y="3886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390448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Electrical, mechanical, signalling over medium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OSI Matters for Understanding Ethernet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2918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32918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9326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16736"/>
            <a:ext cx="411480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802.3 Ethernet sits in: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— signalling and medium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sublayer of the Data Link layer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2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"Wire and MAC behaviour" side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 sits above MAC / LLC: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bridging, network management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VLANs, TSN, security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2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"System behaviour" side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316736"/>
            <a:ext cx="429768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model separates problem classes: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 issue — Layer 1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queueing issue — Layer 2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routing issue — Layer 3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SOME/IP service issue — Layer 7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'Ethernet' as one thing makes debugging hard. The OSI model forces the right separation of concerns.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62272" y="1316736"/>
            <a:ext cx="18288" cy="352958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2743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3A8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IEEE 802 Family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LAN/MAN Standards Committee structure and automotive relevance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 Family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329184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92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802.3 — Ethernet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024128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+ MAC sublayer. Wire-and-MAC behaviour. 100BASE-T1, 1000BASE-T1, 10BASE-T1S.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719072"/>
            <a:ext cx="329184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739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 — Higher Layer Protocols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182880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bridging, VLANs, TSN, MACsec, gPTP, network management. System behaviour.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523744"/>
            <a:ext cx="3291840" cy="65836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5786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802.11 — Wireless LAN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63347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— different medium family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3328416"/>
            <a:ext cx="3291840" cy="658368"/>
          </a:xfrm>
          <a:prstGeom prst="rect">
            <a:avLst/>
          </a:prstGeom>
          <a:solidFill>
            <a:srgbClr val="6E2F7F"/>
          </a:solidFill>
          <a:ln w="12700">
            <a:solidFill>
              <a:srgbClr val="6E2F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802.15 — Wireless PAN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3438144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Bluetooth, ZigBee — short-range personal area networks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4133088"/>
            <a:ext cx="3291840" cy="65836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87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802.2 — LLC (disbanded)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4242816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Logical Link Control sublayer. Now a historical reference.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802.3 vs 802.1 — Automotive Engineering Perspective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2918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802.3 — Wire &amp; MAC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32918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9326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 — Bridge &amp;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16736"/>
            <a:ext cx="411480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802.3 (PHY + MAC):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100BASE-T1 — 100 Mbit/s single-pair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1000BASE-T1 — 1 Gbit/s single-pair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10BASE-T1S — multidrop edge network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 are when you work on: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 transceiver design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integrity, EMC, cable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frame formats, MII interfaces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316736"/>
            <a:ext cx="429768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 (Architecture + System):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— traffic isolation domains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TSN — time-sensitive networking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gPTP — generalised precision time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MACsec — link security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 are when you work on: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configuration, VLAN design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reservation, gate scheduling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policies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62272" y="1316736"/>
            <a:ext cx="18288" cy="352958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2743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3A8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vs Zonal Architecture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in-vehicle network topology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of Vehicle Network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2834640" cy="41148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950976"/>
            <a:ext cx="2688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/ Central Gateway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function-specific ECUs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Non-Ethernet buses: CAN, LIN dominant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 few central gateways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only where bandwidth forces 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dedicated function-specific wiring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8346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950976"/>
            <a:ext cx="2688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37160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grouped by responsibility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ADAS, Infotainment, Body, Chassis domains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controllers connected by Ethernet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use IP — PHY details abstracted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car model variants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914400"/>
            <a:ext cx="2834640" cy="4114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950976"/>
            <a:ext cx="2688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37160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zones are primary organising principle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controllers near the physical parts they serve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Ethernet backbone between zones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functions share one physical wire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TSN becomes an architectural requirement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Architecture — What It Buys and What It Costs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2918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32918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9326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Responsibilities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16736"/>
            <a:ext cx="4114800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wiring harness size, weight, cost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 can go anywhere — no unnecessary replication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OTA update support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across low / mid / high-end variants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TSN-based redundancy easier to implement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316736"/>
            <a:ext cx="4297680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and new requirements: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understand IEEE 802 networking deeply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802.1Q, TSN standards become mandatory knowledge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safety over shared network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is now an infrastructure problem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priority, isolation all shift to Ethernet design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62272" y="1316736"/>
            <a:ext cx="18288" cy="307238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4805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zonal model, multiple functions share physical Ethernet infrastructure — timing, prioritisation, isolation, redundancy, and security become network-design problems, not wiring-design problems.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2743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3A8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Alliance SIG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IEEE Ethernet standards into vehicle-ready technology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Alliance SIG — Role and Purpose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2918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32918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9326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Alliance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16736"/>
            <a:ext cx="4114800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IEEE provides: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Ethernet standards (802.3)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and TSN standards (802.1)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technology-neutral specifications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Alliance adds: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electrical interface profiles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/ sleep specifications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and component requirements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and conformance tests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requirements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MACsec / MKA automotive specs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316736"/>
            <a:ext cx="4297680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Alliance is a profiling and industrialisation layer on top of IEEE Ethernet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competing standards body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= broad networking language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Alliance = makes it vehicle-ready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specification areas: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10BASE-T1S system implementation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/ wake-up across speed grades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diagnostic PHY features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MACsec / MKA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62272" y="1316736"/>
            <a:ext cx="18288" cy="37124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2743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3A8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TC10 — Ethernet Sleep &amp; Wake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Ethernet behave like a vehicle network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TC10 — Ethernet Sleep and Wake-Up Specification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TC10 does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Ethernet sleep and wake-up behaviour across all automotive speed grades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Ethernet integrates correctly with ignition states and low-power modes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partial networking — selective link shutdown, not only all-on / all-off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wake-up and link-startup times under 250 ms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the xMII family of media-independent interfaces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3291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703320"/>
            <a:ext cx="8412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automotive Ethernet network must sleep, wake, and resume like a vehicle network — not like an always-on office LAN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TC10 is active and evolving — a 2025 Electrical Interface Specification covers dedicated wakeup/sleep signalling pins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Sleep/wakeup commands are explicitly NOT part of the xMII interface — TC10 defines separate signalling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2743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3A8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TC14 — 10BASE-T1S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enablement of the multidrop edge Ethernet standard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TC14 — 10BASE-T1S Automotive Enablement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29184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TC14 Mandate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32918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9326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Interaction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16736"/>
            <a:ext cx="411480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TC14 focus: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10BASE-T1S in automotive context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test specifications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test specifications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EMC test specifications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10BASE-T1S is different: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Multidrop bus — not point-to-point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Short-reach, low-cost edge connectivity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PLCA (Physical Layer Collision Avoidance) replaces CSMA/CD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 nodes on one segment, 25 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316736"/>
            <a:ext cx="429768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TC14 public deliverables include: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10BASE-T1S system implementation spec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PMD transceiver interface specification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/ wake-up specification (joint with TC10)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compliance test specification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TC14 and TC10 interaction: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10BASE-T1S Sleep/Wake-Up spec is a TC14/TC10 Joint Working Group document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10BASE-T1S solutions must include TC10 wake-forwarding and segment wake-up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standardisation = coordinated ecosystem, not isolated documents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62272" y="1316736"/>
            <a:ext cx="18288" cy="3621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2743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3A8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 It All Together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coherent picture of automotive Ethernet standards and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365760" cy="11430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60120"/>
            <a:ext cx="3931920" cy="1143000"/>
          </a:xfrm>
          <a:prstGeom prst="rect">
            <a:avLst/>
          </a:prstGeom>
          <a:solidFill>
            <a:srgbClr val="EBF0F8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13716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language to separate signalling, framing, routing, transport, and application functions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2286000"/>
            <a:ext cx="365760" cy="11430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286000"/>
            <a:ext cx="3931920" cy="1143000"/>
          </a:xfrm>
          <a:prstGeom prst="rect">
            <a:avLst/>
          </a:prstGeom>
          <a:solidFill>
            <a:srgbClr val="EBF0F8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 Family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26974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802.3 — physical layer + MAC.  802.1 — architecture, bridging, VLANs, TSN, security, management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3611880"/>
            <a:ext cx="365760" cy="1143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611880"/>
            <a:ext cx="3931920" cy="1143000"/>
          </a:xfrm>
          <a:prstGeom prst="rect">
            <a:avLst/>
          </a:prstGeom>
          <a:solidFill>
            <a:srgbClr val="EBF0F8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Arch.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" y="402336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→ Domain → Zonal. Each step adds more Ethernet, more shared infrastructure, more TSN dependency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17720" y="960120"/>
            <a:ext cx="365760" cy="114300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960120"/>
            <a:ext cx="3931920" cy="1143000"/>
          </a:xfrm>
          <a:prstGeom prst="rect">
            <a:avLst/>
          </a:prstGeom>
          <a:solidFill>
            <a:srgbClr val="EBF0F8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Alliance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56632" y="13716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and industrialisation layer on IEEE Ethernet — implementation specs, tests, wake/sleep, switch requirements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2286000"/>
            <a:ext cx="365760" cy="1143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286000"/>
            <a:ext cx="3931920" cy="1143000"/>
          </a:xfrm>
          <a:prstGeom prst="rect">
            <a:avLst/>
          </a:prstGeom>
          <a:solidFill>
            <a:srgbClr val="EBF0F8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56632" y="26974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sleep / wake across all speed grades. Partial networking. Link-startup under 250 ms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17720" y="3611880"/>
            <a:ext cx="365760" cy="1143000"/>
          </a:xfrm>
          <a:prstGeom prst="rect">
            <a:avLst/>
          </a:prstGeom>
          <a:solidFill>
            <a:srgbClr val="6E2F7F"/>
          </a:solidFill>
          <a:ln w="12700">
            <a:solidFill>
              <a:srgbClr val="6E2F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3611880"/>
            <a:ext cx="3931920" cy="1143000"/>
          </a:xfrm>
          <a:prstGeom prst="rect">
            <a:avLst/>
          </a:prstGeom>
          <a:solidFill>
            <a:srgbClr val="EBF0F8"/>
          </a:solidFill>
          <a:ln w="12700">
            <a:solidFill>
              <a:srgbClr val="D0D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2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56632" y="402336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10BASE-T1S automotive enablement. Conformance, interoperability, EMC tests. Joint with TC10 on sleep/wake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802.3 · IEEE 802.1 · OPEN Alliance · TC10 · TC14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Ethernet Foundations</dc:title>
  <dc:subject>PptxGenJS Presentation</dc:subject>
  <dc:creator>PptxGenJS</dc:creator>
  <cp:lastModifiedBy>PptxGenJS</cp:lastModifiedBy>
  <cp:revision>1</cp:revision>
  <dcterms:created xsi:type="dcterms:W3CDTF">2026-04-18T15:52:26Z</dcterms:created>
  <dcterms:modified xsi:type="dcterms:W3CDTF">2026-04-18T15:52:26Z</dcterms:modified>
</cp:coreProperties>
</file>