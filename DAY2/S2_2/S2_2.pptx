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79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243472"/>
          </a:solidFill>
          <a:ln w="12700">
            <a:solidFill>
              <a:srgbClr val="2434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TRAFFIC MANAGEMENT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Preemption, PAUSE Frames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Link Aggregation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802.1Qbu · IEEE 802.3br · IEEE 802.3x · IEEE 802.1AX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Ethernet traffic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for the same resource?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delay · Buffer overload · Bandwidth limits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bottlenecks. Three distinct solutions.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Bottlenecks. Three Solutions.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36576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Preemption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from serialization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MAC interrupts preemptable traffic mid-frame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19272" y="1051560"/>
            <a:ext cx="2743200" cy="36576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56432" y="1143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Frames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56432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56432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link overload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56432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asks sender to stop non-control traffic briefly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2784" y="1051560"/>
            <a:ext cx="2743200" cy="3657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9944" y="1143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Aggregation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9944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9944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resilience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9944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9944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physical links behave as one logical link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Frame Preemption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802.1Qbu &amp; IEEE 802.3br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Serialization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sends bits serially. Once a frame begins transmission, the link is busy until that frame is done.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time-critical frame arrives just after a large low-priority frame has started — the urgent frame must wait.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 is worst at lower link speeds (100Mbps), where serialization delay is proportionally larger.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1097280"/>
            <a:ext cx="329184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097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Low-Priority Frame (in progress)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920240"/>
            <a:ext cx="128016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9202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0" y="1920240"/>
            <a:ext cx="192024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...still waiting...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788920"/>
            <a:ext cx="3291840" cy="0"/>
          </a:xfrm>
          <a:prstGeom prst="line">
            <a:avLst/>
          </a:prstGeom>
          <a:noFill/>
          <a:ln w="25400">
            <a:solidFill>
              <a:srgbClr val="3B82C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48640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Without preemption: urgent frame is blocked 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3657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Standards. One Solution.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802.1Qbu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Side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enhancements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which traffic classes are treated as express vs preemptable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at the bridged LAN level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3063240"/>
            <a:ext cx="0" cy="5029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802.3br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Ethernet Port Side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1031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Merge sublayer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interrupts and resumes preemptable transmissions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at the Ethernet port level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Two-Class Model: Express vs Preemptable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preemption is not 'any priority can cut in anywhere.' It creates one strict boundary: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794760" cy="29260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8105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MAC (eMAC)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urgent, latency-sensitive traffic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interrupt a preemptable transmission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arbitration when both sides are ready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2743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92040" y="1691640"/>
            <a:ext cx="3794760" cy="292608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8105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Preemptable MAC (pMAC)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233172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best-effort, non-critical traffic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interrupted mid-frame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and resumed after express traffic passes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 Merge Sublayer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invention of 802.3br — a new arbitration and fragmentation engine: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0" y="1051560"/>
            <a:ext cx="338328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051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Higher-Layer Traffic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95160" y="1554480"/>
            <a:ext cx="0" cy="137160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691640"/>
            <a:ext cx="338328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Class Decision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95160" y="2194560"/>
            <a:ext cx="0" cy="137160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2514600"/>
            <a:ext cx="1645920" cy="6400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2514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154680"/>
            <a:ext cx="0" cy="182880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2514600"/>
            <a:ext cx="1645920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514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Preemptable MAC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(pMAC)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3154680"/>
            <a:ext cx="0" cy="182880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3337560"/>
            <a:ext cx="338328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337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Merge Sublayer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95160" y="3840480"/>
            <a:ext cx="0" cy="137160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3977640"/>
            <a:ext cx="338328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3977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14630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Arbitrates between eMAC and pMAC transmit queues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receive-side reassembly and fragment checking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link partner supports preemption before activating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sublayer — not just a scheduler reorder trick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During Preemption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preemptable frame is NOT discarded — it is split and resumed.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029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Preemptable frame starts transmitting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502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frame arrives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Merge waits for a legal cut point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645920"/>
            <a:ext cx="502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Preemptable frame is suspended (partial fragment sent)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2651760"/>
            <a:ext cx="502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frame is transmitted fully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3657600"/>
            <a:ext cx="5029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preemptable fragments sent as continuations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types — mPacket markers: SMD-E (express) · SMD-S0..S3 (preemptable start) · SMD-C0..C3 (continuation)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Is Controlled, Not Instantaneous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preemptable frame cannot be chopped at any random bit boundary.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502920" cy="132588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709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60 octets transmitted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only occurs after at least 60 octets of the preemptable frame have been sent.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00200"/>
            <a:ext cx="502920" cy="132588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0020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709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64 octets remaining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205740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64 octets (including FCS) must still remain to be transmitted.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502920" cy="132588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0896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218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addFragSize controls the earliest cut point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5661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point = 64 × (1 + addFragSize) – 4 octets sent. Non-final fragments must meet the minimum size.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08960"/>
            <a:ext cx="502920" cy="132588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10896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218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fragments are numbered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5661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modulo-4 fragment count lets the receiver detect loss or mis-ordering during reassembly.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&amp; Release: The Scheduler's Hook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 Merge sublayer is controlled via two simple primitives — giving TSN schedulers precise timing control.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7490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764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the MAC Merge sublayer to stop transmitting preemptable traffic.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an express transmission window is imminent — prevents new preemptable frames from starting.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3749040" cy="25603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764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00600" y="22860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preemptable traffic to resume transmission.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Bound: response within (1240 + 512 × addFragSize) bit times after the Hold request.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helps in two ways: interrupting in-progress frames AND preventing new preemptable frames from starting.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Preemption Doesn't Activate Blindly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ports must confirm they both support frame preemption before it becomes active.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 sends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SMD-V Verification Packet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2331720"/>
            <a:ext cx="320040" cy="0"/>
          </a:xfrm>
          <a:prstGeom prst="line">
            <a:avLst/>
          </a:prstGeom>
          <a:noFill/>
          <a:ln w="25400">
            <a:solidFill>
              <a:srgbClr val="1B2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645920"/>
            <a:ext cx="2560320" cy="13716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691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B replies with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SMD-R Response Packet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97880" y="2331720"/>
            <a:ext cx="320040" cy="0"/>
          </a:xfrm>
          <a:prstGeom prst="line">
            <a:avLst/>
          </a:prstGeom>
          <a:noFill/>
          <a:ln w="25400">
            <a:solidFill>
              <a:srgbClr val="1B2B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645920"/>
            <a:ext cx="2560320" cy="13716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6916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response received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Preemption Activated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side fragments preemptable traffic but the far end doesn't understand fragment markers, the link would fail silently.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can be disabled in engineered closed networks — but that's a deliberate engineering choice, not the default.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Preemption Fixes — and What It Doesn't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3931920" cy="365760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Good At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serialization delay from large low-priority frames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urgent frames from waiting behind bulky best-effort traffic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impactful at lower link speeds (100Mbps)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3657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207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a Cure-All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replace scheduling, bandwidth reservation, or queue design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helps the first conflicting urgent frame — when many urgent frames compete, scheduling is still needed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guarantee near-zero jitter alone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3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PAUSE Frames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802.3x Flow Control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Frames: A Different Problem Entirely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frames don't reduce serialization latency. They solve a completely different problem: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endpoint on a full-duplex link is temporarily congested — let it ask its neighbor to stop sending non-control frames for a short interval."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reaction tool, not a real-time scheduling tool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Link-local only — not end-to-end flow control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makes sense for transient overload on one full-duplex hop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802.3x is explicit: not intended as a steady-state congestion solution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PAUSE Lives in the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5733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is not just another Ethernet payload — it lives in a special MAC Control sublayer:</a:t>
            </a:r>
            <a:endParaRPr lang="en-US" sz="1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92EF6F-9977-81C6-F1C7-D59760A2C6B8}"/>
              </a:ext>
            </a:extLst>
          </p:cNvPr>
          <p:cNvGrpSpPr/>
          <p:nvPr/>
        </p:nvGrpSpPr>
        <p:grpSpPr>
          <a:xfrm>
            <a:off x="2286000" y="1600200"/>
            <a:ext cx="3920067" cy="2359152"/>
            <a:chOff x="2286000" y="1600200"/>
            <a:chExt cx="4572000" cy="2926080"/>
          </a:xfrm>
        </p:grpSpPr>
        <p:sp>
          <p:nvSpPr>
            <p:cNvPr id="5" name="Shape 3"/>
            <p:cNvSpPr/>
            <p:nvPr/>
          </p:nvSpPr>
          <p:spPr>
            <a:xfrm>
              <a:off x="2286000" y="1600200"/>
              <a:ext cx="4572000" cy="594360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2286000" y="1600200"/>
              <a:ext cx="45720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Normal MAC Client (LLC / Bridge Relay Entity)</a:t>
              </a:r>
              <a:endParaRPr lang="en-US" sz="12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572000" y="2194560"/>
              <a:ext cx="0" cy="182880"/>
            </a:xfrm>
            <a:prstGeom prst="line">
              <a:avLst/>
            </a:prstGeom>
            <a:noFill/>
            <a:ln w="25400">
              <a:solidFill>
                <a:srgbClr val="3B82C4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2286000" y="2377440"/>
              <a:ext cx="4572000" cy="594360"/>
            </a:xfrm>
            <a:prstGeom prst="rect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2286000" y="2377440"/>
              <a:ext cx="45720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 Control Sublayer  ←  PAUSE lives here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572000" y="2971800"/>
              <a:ext cx="0" cy="182880"/>
            </a:xfrm>
            <a:prstGeom prst="line">
              <a:avLst/>
            </a:prstGeom>
            <a:noFill/>
            <a:ln w="25400">
              <a:solidFill>
                <a:srgbClr val="3B82C4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2286000" y="3154680"/>
              <a:ext cx="4572000" cy="594360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2286000" y="3154680"/>
              <a:ext cx="45720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 Access Control (MAC)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72000" y="3749040"/>
              <a:ext cx="0" cy="182880"/>
            </a:xfrm>
            <a:prstGeom prst="line">
              <a:avLst/>
            </a:prstGeom>
            <a:noFill/>
            <a:ln w="25400">
              <a:solidFill>
                <a:srgbClr val="3B82C4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2286000" y="3931920"/>
              <a:ext cx="4572000" cy="594360"/>
            </a:xfrm>
            <a:prstGeom prst="rect">
              <a:avLst/>
            </a:prstGeom>
            <a:solidFill>
              <a:srgbClr val="475569"/>
            </a:solidFill>
            <a:ln w="12700">
              <a:solidFill>
                <a:srgbClr val="475569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2286000" y="3931920"/>
              <a:ext cx="45720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Layer</a:t>
              </a:r>
              <a:endParaRPr lang="en-US" sz="120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Inserted by 802.3x between normal MAC and its client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link behavior directly — not a transport-layer or app function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PAUSE is blunt: it acts on the whole transmitter, not on a specific flow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Frame Format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Address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207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01-80-C2-00-00-01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12070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Well-known multicast address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56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EtherType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956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0x8808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19568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Control frames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841248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066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7066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0x0001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7066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operation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564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Pause_time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4564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65535 slot times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52160" y="3456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to pause; later frames can override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96512"/>
            <a:ext cx="841248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 minimum Ethernet frame length)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to 64 bytes minimum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64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the recipient stops transmitting non-control frames for the specified interval. Later PAUSE frames override any current pause in progress.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PAUSE: Useful — But Dangerously Coarse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 temporarily overloaded receiver or switch from immediate packet drops.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with limited memory can ask its full-duplex neighbor to slow down instead of dropping frames at once.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Dangerous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pause only the "bad flow" — it stops ALL non-control frames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OAM messages and other traffic that wasn't causing the problem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spread congestion upstream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itself warned: not a steady-state congestion solution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vs Asymmetric PAUSE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use is also a policy decision — the standard defines signaling, not policy.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931920" cy="3108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side can throttle the other.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used on switch-to-switch links where both sides may be overwhelmed.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600200"/>
            <a:ext cx="3931920" cy="31089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83480" y="2212848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direction is enabled.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used on switch-to-host links — the switch can throttle the host, but the host cannot throttle the switch.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463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devices can both "support PAUSE" and behave very differently operationally.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43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Link Aggregation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802.1AX (formerly IEEE 802.3ad)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Link Isn't Enough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Aggregation addresses two gaps a single physical link cannot fill: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Bandwidth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1 Gbps link may not carry the required load. Aggregating four links raises available throughput across all conversations.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600200"/>
            <a:ext cx="4114800" cy="32918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07492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74920" y="3200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physical link can go down. A LAG can survive member failures and continue serving higher layers with minimal disruption.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Aggregation Group (LAG)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higher layer sees one logical link. Underneath, the Aggregator maps onto active physical members.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1600200"/>
            <a:ext cx="3657600" cy="5486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600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Layer / Bridge 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2148840"/>
            <a:ext cx="0" cy="228600"/>
          </a:xfrm>
          <a:prstGeom prst="line">
            <a:avLst/>
          </a:prstGeom>
          <a:noFill/>
          <a:ln w="25400">
            <a:solidFill>
              <a:srgbClr val="3B8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2377440"/>
            <a:ext cx="3657600" cy="5486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(logical link)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2926080"/>
            <a:ext cx="0" cy="27432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3200400"/>
            <a:ext cx="100584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3200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0" y="3703320"/>
            <a:ext cx="0" cy="22860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3931920"/>
            <a:ext cx="100584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931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2926080"/>
            <a:ext cx="0" cy="27432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200400"/>
            <a:ext cx="100584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200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3703320"/>
            <a:ext cx="0" cy="22860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931920"/>
            <a:ext cx="100584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931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75320" y="2926080"/>
            <a:ext cx="0" cy="27432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3200400"/>
            <a:ext cx="100584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3200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AggPort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83880" y="3703320"/>
            <a:ext cx="0" cy="22860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931920"/>
            <a:ext cx="100584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9319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160020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Ports — typically one per physical MAC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Aggregators — represent the logical bundle to the higher layer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 — dynamically attaches/detaches Aggregation Ports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sublayer sits between bridge ports and MAC instances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LACP: The Control Protocol, Not the Data Plane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 decides membership — it does NOT define how packets are striped across links.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54864" cy="14173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09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&amp; Partner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side advertises system IDs, port IDs, and keys. "Actor" = my side. "Partner" = the remote side.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00200"/>
            <a:ext cx="54864" cy="14173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09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Agreement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with matching keys and consistent system view can be selected and attached to the same aggregate.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00400"/>
            <a:ext cx="54864" cy="14173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Logic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 evaluates receive, periodic-transmission, selection, and mux state to determine which ports join the LAG.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00400"/>
            <a:ext cx="54864" cy="14173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Membership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side's view of the bundle changes (e.g., a link fails), LACP ensures the other side knows — preventing silent failures.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Sharing Without Reordering: Conversations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only requires: frames whose relative order must be preserved travel on the same link.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5943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frames that must preserve order = a CONVERSATION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 hash header fields (src/dst MAC, VLAN, EtherType, IP src/dst, TCP ports) to select the member link for each conversation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large flow typically maps to one member — not spread across all links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1 Gbps members ≠ 4 Gbps for a single TCP session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sharing quality depends on the distribution algorithm and traffic mix — the standard doesn't mandate the algorithm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Aggregation provides aggregate capacity across many conversations — not magic bandwidth multiplication per flow.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43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three mechanisms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Mechanisms. Three Problems. One Clean Division.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2697480" cy="384048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143000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Preemption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" y="166420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Mechanism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2029968"/>
            <a:ext cx="2478024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29768" y="214884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within one port's transmit behavior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78892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interrupts pMAC frames so eMAC frames pass sooner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42900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Selectivity: express vs preemptable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406908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802.1Qbu + 802.3br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697480" cy="3840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0128" y="1143000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Frames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0128" y="166420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Flow-Control Mechanism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0128" y="2029968"/>
            <a:ext cx="2478024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310128" y="214884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across one full-duplex link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278892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stops ALL non-control frame transmission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342900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Selectivity: none — blunt link-wide stop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406908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802.3x MAC Control sublayer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1051560"/>
            <a:ext cx="2697480" cy="3840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90488" y="1143000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Aggregation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90488" y="1664208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Resilience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0488" y="2029968"/>
            <a:ext cx="2478024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190488" y="214884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across multiple physical links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0488" y="278892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presents several links as one logical link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0488" y="342900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Selectivity: per-conversation assignment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0488" y="4069080"/>
            <a:ext cx="2478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802.1AX (LACP)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Common Misconceptions — Corrected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2743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1247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higher-priority frame can cut in anywhere.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52704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Only Express MAC interrupts preemptable MAC. The cut point is also constrained by addFragSize rules.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5156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112471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eliminates the need for scheduling.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52704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Preemption helps the first conflicting urgent frame. For many competing urgent flows, scheduling is still required.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37744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4505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is general end-to-end congestion control.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85292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PAUSE is link-local, transient, and explicitly not an end-to-end or steady-state solution.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377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37744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24505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only slows the 'bad flow.'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85292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PAUSE stops ALL non-control frames — including OAM messages unrelated to the congestion.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70332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37764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links in a LAG = 4× bandwidth per flow.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17880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Order-sensitive conversations ride one member. Aggregate capacity grows; single-flow throughput usually doesn't.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033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370332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37764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802.3ad and 802.1AX are different features.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417880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802.3ad is the historical origin. 802.1AX is the modern standard family; the 2020 revision maintains full interoperability.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43472"/>
          </a:solidFill>
          <a:ln w="12700">
            <a:solidFill>
              <a:srgbClr val="2434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Tools. Three Problems. One Principle.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73152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013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Preemption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low-priority frames block urgent traffic. The MAC Merge sublayer (802.3br) splits preemptable frames so Express MAC traffic passes first.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73152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07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Frames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19125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buffer stress on a full-duplex link. MAC Control sublayer (802.3x) tells the neighbor to stop non-control frames temporarily.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79476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130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Aggregation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1970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lacks bandwidth or resilience. IEEE 802.1AX + LACP bundle multiple links into one logical path with conversation-based load sharing.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27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Preemption manages latency · PAUSE manages transient overload · Link Aggregation manages capacity + resilience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2060</Words>
  <Application>Microsoft Macintosh PowerPoint</Application>
  <PresentationFormat>On-screen Show (16:9)</PresentationFormat>
  <Paragraphs>312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Ethernet Traffic Management</dc:title>
  <dc:subject>PptxGenJS Presentation</dc:subject>
  <dc:creator>PptxGenJS</dc:creator>
  <cp:lastModifiedBy>CHOCKALINGAM THIAGARAJAN</cp:lastModifiedBy>
  <cp:revision>2</cp:revision>
  <dcterms:created xsi:type="dcterms:W3CDTF">2026-04-20T15:48:58Z</dcterms:created>
  <dcterms:modified xsi:type="dcterms:W3CDTF">2026-04-20T15:54:01Z</dcterms:modified>
</cp:coreProperties>
</file>