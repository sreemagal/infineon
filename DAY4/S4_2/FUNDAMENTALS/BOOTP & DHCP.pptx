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compatMode="1" saveSubsetFonts="1" autoCompressPictures="0">
  <p:sldMasterIdLst>
    <p:sldMasterId id="2147483649" r:id="rId1"/>
  </p:sldMasterIdLst>
  <p:notesMasterIdLst>
    <p:notesMasterId r:id="rId14"/>
  </p:notesMasterIdLst>
  <p:sldIdLst>
    <p:sldId id="518" r:id="rId2"/>
    <p:sldId id="529" r:id="rId3"/>
    <p:sldId id="530" r:id="rId4"/>
    <p:sldId id="531" r:id="rId5"/>
    <p:sldId id="532" r:id="rId6"/>
    <p:sldId id="533" r:id="rId7"/>
    <p:sldId id="538" r:id="rId8"/>
    <p:sldId id="528" r:id="rId9"/>
    <p:sldId id="534" r:id="rId10"/>
    <p:sldId id="539" r:id="rId11"/>
    <p:sldId id="535" r:id="rId12"/>
    <p:sldId id="536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6"/>
  </p:normalViewPr>
  <p:slideViewPr>
    <p:cSldViewPr>
      <p:cViewPr varScale="1">
        <p:scale>
          <a:sx n="107" d="100"/>
          <a:sy n="107" d="100"/>
        </p:scale>
        <p:origin x="176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>
            <a:extLst>
              <a:ext uri="{FF2B5EF4-FFF2-40B4-BE49-F238E27FC236}">
                <a16:creationId xmlns:a16="http://schemas.microsoft.com/office/drawing/2014/main" id="{AAB8FAA2-D39F-FC42-389B-7DB460F6FB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smtClean="0">
                <a:latin typeface="Times New Roman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03" name="Rectangle 3">
            <a:extLst>
              <a:ext uri="{FF2B5EF4-FFF2-40B4-BE49-F238E27FC236}">
                <a16:creationId xmlns:a16="http://schemas.microsoft.com/office/drawing/2014/main" id="{A6BA0A2A-CD41-ADDB-73D6-B547FD9A1E2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latin typeface="Times New Roman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04" name="Rectangle 4">
            <a:extLst>
              <a:ext uri="{FF2B5EF4-FFF2-40B4-BE49-F238E27FC236}">
                <a16:creationId xmlns:a16="http://schemas.microsoft.com/office/drawing/2014/main" id="{0CDF2A5A-8E88-1E37-C9D6-6C7E5A86A4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460805" name="Rectangle 5">
            <a:extLst>
              <a:ext uri="{FF2B5EF4-FFF2-40B4-BE49-F238E27FC236}">
                <a16:creationId xmlns:a16="http://schemas.microsoft.com/office/drawing/2014/main" id="{9F336BA6-E523-CD19-37FA-8DAD758A960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60806" name="Rectangle 6">
            <a:extLst>
              <a:ext uri="{FF2B5EF4-FFF2-40B4-BE49-F238E27FC236}">
                <a16:creationId xmlns:a16="http://schemas.microsoft.com/office/drawing/2014/main" id="{C35F96AC-FAA8-2ADC-A327-BDD367A1C7E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smtClean="0">
                <a:latin typeface="Times New Roman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07" name="Rectangle 7">
            <a:extLst>
              <a:ext uri="{FF2B5EF4-FFF2-40B4-BE49-F238E27FC236}">
                <a16:creationId xmlns:a16="http://schemas.microsoft.com/office/drawing/2014/main" id="{0DDEC26E-1E11-C2F2-349C-075C8F40B4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fld id="{E4385F46-0E6E-2C4D-B25F-812E66AA27A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6B2FD40-6BCA-7936-E304-696D64201462}"/>
              </a:ext>
            </a:extLst>
          </p:cNvPr>
          <p:cNvGrpSpPr>
            <a:grpSpLocks/>
          </p:cNvGrpSpPr>
          <p:nvPr/>
        </p:nvGrpSpPr>
        <p:grpSpPr bwMode="auto">
          <a:xfrm>
            <a:off x="315913" y="2438400"/>
            <a:ext cx="8693150" cy="1052513"/>
            <a:chOff x="199" y="1536"/>
            <a:chExt cx="5476" cy="663"/>
          </a:xfrm>
        </p:grpSpPr>
        <p:sp>
          <p:nvSpPr>
            <p:cNvPr id="3" name="Rectangle 10">
              <a:extLst>
                <a:ext uri="{FF2B5EF4-FFF2-40B4-BE49-F238E27FC236}">
                  <a16:creationId xmlns:a16="http://schemas.microsoft.com/office/drawing/2014/main" id="{320AADB3-461C-AD93-2CB2-14FCD6B9D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" name="Rectangle 11">
              <a:extLst>
                <a:ext uri="{FF2B5EF4-FFF2-40B4-BE49-F238E27FC236}">
                  <a16:creationId xmlns:a16="http://schemas.microsoft.com/office/drawing/2014/main" id="{220AF095-ABA9-E0B4-AA7A-B2BBFAE0A4F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5" name="Text Box 17">
            <a:extLst>
              <a:ext uri="{FF2B5EF4-FFF2-40B4-BE49-F238E27FC236}">
                <a16:creationId xmlns:a16="http://schemas.microsoft.com/office/drawing/2014/main" id="{3B6B3191-DABD-FDD5-DA2C-8544BADCE4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sz="1400" b="0">
                <a:latin typeface="McGrawHill-Italic" charset="0"/>
                <a:ea typeface="ＭＳ Ｐゴシック" charset="0"/>
              </a:rPr>
              <a:t>McGraw-Hill</a:t>
            </a:r>
            <a:endParaRPr lang="en-US" sz="2400" b="0">
              <a:latin typeface="Times New Roman" charset="0"/>
              <a:ea typeface="ＭＳ Ｐゴシック" charset="0"/>
            </a:endParaRPr>
          </a:p>
        </p:txBody>
      </p:sp>
      <p:sp>
        <p:nvSpPr>
          <p:cNvPr id="6" name="Text Box 18">
            <a:extLst>
              <a:ext uri="{FF2B5EF4-FFF2-40B4-BE49-F238E27FC236}">
                <a16:creationId xmlns:a16="http://schemas.microsoft.com/office/drawing/2014/main" id="{EF279861-5C30-0701-D6F2-E05D1AEFB03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Tx/>
              <a:buChar char="©"/>
              <a:defRPr/>
            </a:pPr>
            <a:r>
              <a:rPr lang="en-US" sz="1400" b="0">
                <a:latin typeface="McGrawHill-Italic" charset="0"/>
                <a:ea typeface="ＭＳ Ｐゴシック" charset="0"/>
              </a:rPr>
              <a:t>The McGraw-Hill Companies, Inc., 2000</a:t>
            </a:r>
            <a:endParaRPr lang="en-US" sz="2400" b="0">
              <a:latin typeface="Times New Roman" charset="0"/>
              <a:ea typeface="ＭＳ Ｐゴシック" charset="0"/>
            </a:endParaRPr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charset="0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63F6C70B-5E59-DCBF-D385-FE974B9F06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 smtClean="0">
                <a:solidFill>
                  <a:schemeClr val="bg2"/>
                </a:solidFill>
                <a:latin typeface="Tahoma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3D063217-C5D8-B0D6-065B-D874D66A55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algn="ctr">
              <a:defRPr sz="1400" b="0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5DA4C7CA-662F-0355-EC76-0F9E35C690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A4B37A-8E43-764F-80A9-0492002F50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2071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56C02D5B-6F4D-4C75-9305-1F0249937C6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0D20C776-BA0E-B0EB-6D9F-E6DB0DCA58B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6199FC-D733-A140-AA47-04739028B8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1779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BFA06283-61E6-9068-F5EF-BA7C32B2F61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EA64E3B5-F3C1-0847-AA75-FD22716E586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F9F46F-4B2D-8C40-B157-73ADDD1085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917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71B86C0-8B48-278E-643E-A5F7C4F9F28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2748F51-56B3-F243-0D25-E40D1AF6A6E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D558D3-46BD-D54C-AEA7-C7BCD87FC9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3759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9B0B3FEB-F67A-D728-740D-D3855C35ACB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60FEB0CC-0747-846E-AC64-B4055346B02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887A63-CD9D-C04A-80CD-5DC90491FD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0780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8C3FE68B-F7B6-69DF-5BFA-94482453EE1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A8B325CC-AA30-421F-E728-D99118EFBDE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6DF4DC-AA23-B244-A2E3-45CA15950F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1160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0DEDE877-2C53-D97D-932D-60786B77F9E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1A7078DE-5B04-4E84-8C17-71B204F59A7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288366-A094-8847-882D-2C47600E1F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5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CFB74E4-028E-75DB-458A-71CCF037E01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51FAFDC-7EAF-1137-1FBE-BF1EB139F92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19E047-FEAA-8F47-9B62-3E13E27630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58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E9D470F-0281-80FF-FBD9-AC2B6DDE90C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F195F1B-4D92-07C6-506C-4853B3E7E50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EC8AA2-03DC-A744-9A68-28DDCA20B7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356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A4DC428-336A-F68E-5283-8DAF4961D8F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75EE5177-933E-E58F-E24C-33B2E6802E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CAB349-C67B-A948-ACF1-449E8BD625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6082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F1EF861-26A0-E4EE-1565-DAD2F4C5C16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ACB65C9-A08B-8783-C5F8-93BCC4C9C26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3BB6E5-A906-F841-96DB-79A0F630D9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4958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2" name="Rectangle 12">
            <a:extLst>
              <a:ext uri="{FF2B5EF4-FFF2-40B4-BE49-F238E27FC236}">
                <a16:creationId xmlns:a16="http://schemas.microsoft.com/office/drawing/2014/main" id="{53941732-9A8E-76FA-CDC1-78599B80C97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Tahoma" charset="0"/>
                <a:ea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209933" name="Rectangle 13">
            <a:extLst>
              <a:ext uri="{FF2B5EF4-FFF2-40B4-BE49-F238E27FC236}">
                <a16:creationId xmlns:a16="http://schemas.microsoft.com/office/drawing/2014/main" id="{CFC8DB1B-A302-EAB1-5C10-C057C84E02D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0"/>
            </a:lvl1pPr>
          </a:lstStyle>
          <a:p>
            <a:fld id="{C2744DE1-BDA4-9243-A567-55F9F8063A5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9F3603B3-8E72-9D60-474F-6536B0ED05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8CE41671-3F9D-BA6F-49FA-14B0C2F6AE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F90D8DA-FD1A-0E4F-82C9-D4AA2ABBAAA2}" type="slidenum">
              <a:rPr lang="en-US" altLang="en-US" sz="1400" b="0"/>
              <a:pPr/>
              <a:t>1</a:t>
            </a:fld>
            <a:endParaRPr lang="en-US" altLang="en-US" sz="1400" b="0"/>
          </a:p>
        </p:txBody>
      </p:sp>
      <p:grpSp>
        <p:nvGrpSpPr>
          <p:cNvPr id="4099" name="Group 2">
            <a:extLst>
              <a:ext uri="{FF2B5EF4-FFF2-40B4-BE49-F238E27FC236}">
                <a16:creationId xmlns:a16="http://schemas.microsoft.com/office/drawing/2014/main" id="{5FC70F8F-AA87-43C8-120F-C674423DF4D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686800" cy="6400800"/>
            <a:chOff x="0" y="96"/>
            <a:chExt cx="5472" cy="3840"/>
          </a:xfrm>
        </p:grpSpPr>
        <p:sp>
          <p:nvSpPr>
            <p:cNvPr id="450563" name="AutoShape 3">
              <a:extLst>
                <a:ext uri="{FF2B5EF4-FFF2-40B4-BE49-F238E27FC236}">
                  <a16:creationId xmlns:a16="http://schemas.microsoft.com/office/drawing/2014/main" id="{B9FBA174-FBB0-3BBE-41FF-9FA2C985CF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4103" name="AutoShape 4">
              <a:extLst>
                <a:ext uri="{FF2B5EF4-FFF2-40B4-BE49-F238E27FC236}">
                  <a16:creationId xmlns:a16="http://schemas.microsoft.com/office/drawing/2014/main" id="{7C20BEB7-FFBD-C434-0717-9708C0675AF8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T0" fmla="*/ 0 w 7000"/>
                <a:gd name="T1" fmla="*/ 0 h 1000"/>
                <a:gd name="T2" fmla="*/ 33170 w 7000"/>
                <a:gd name="T3" fmla="*/ -1 h 1000"/>
                <a:gd name="T4" fmla="*/ 35858 w 7000"/>
                <a:gd name="T5" fmla="*/ 384 h 1000"/>
                <a:gd name="T6" fmla="*/ 33165 w 7000"/>
                <a:gd name="T7" fmla="*/ 768 h 1000"/>
                <a:gd name="T8" fmla="*/ 0 w 7000"/>
                <a:gd name="T9" fmla="*/ 768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0"/>
                <a:gd name="T16" fmla="*/ 0 h 1000"/>
                <a:gd name="T17" fmla="*/ 3500 w 7000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0" h="1000">
                  <a:moveTo>
                    <a:pt x="0" y="0"/>
                  </a:moveTo>
                  <a:lnTo>
                    <a:pt x="6170" y="-1"/>
                  </a:lnTo>
                  <a:cubicBezTo>
                    <a:pt x="6446" y="0"/>
                    <a:pt x="6670" y="223"/>
                    <a:pt x="6670" y="500"/>
                  </a:cubicBezTo>
                  <a:cubicBezTo>
                    <a:pt x="6670" y="776"/>
                    <a:pt x="6446" y="1000"/>
                    <a:pt x="6169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565" name="Line 5">
              <a:extLst>
                <a:ext uri="{FF2B5EF4-FFF2-40B4-BE49-F238E27FC236}">
                  <a16:creationId xmlns:a16="http://schemas.microsoft.com/office/drawing/2014/main" id="{8B777820-6C3A-06C9-0FB2-065A7B97E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450566" name="Text Box 6">
            <a:extLst>
              <a:ext uri="{FF2B5EF4-FFF2-40B4-BE49-F238E27FC236}">
                <a16:creationId xmlns:a16="http://schemas.microsoft.com/office/drawing/2014/main" id="{6BD328F2-75CC-B8AB-5C08-3263F39AF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54013"/>
            <a:ext cx="1817688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dirty="0">
                <a:solidFill>
                  <a:schemeClr val="bg1"/>
                </a:solidFill>
                <a:latin typeface="Arial" charset="0"/>
                <a:ea typeface="ＭＳ Ｐゴシック" charset="0"/>
              </a:rPr>
              <a:t>BOOTP</a:t>
            </a:r>
          </a:p>
        </p:txBody>
      </p:sp>
      <p:sp>
        <p:nvSpPr>
          <p:cNvPr id="450568" name="Rectangle 8">
            <a:extLst>
              <a:ext uri="{FF2B5EF4-FFF2-40B4-BE49-F238E27FC236}">
                <a16:creationId xmlns:a16="http://schemas.microsoft.com/office/drawing/2014/main" id="{F2DAD24B-7191-3FB8-A1D2-721437EF2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371600"/>
            <a:ext cx="78486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just"/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The Bootstrap Protocol (BOOTP) is a client/server protocol that configures a diskless computer or a computer that is booted for the first time. BOOTP provides the IP address, net mask, the address of a default router, and the address of a name server.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8AD2CFA3-27A3-476E-D277-28BD033AD4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E2D44E3F-EA4F-01FE-0A55-FDFCAD857E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99372F6-9D87-CF46-9D34-B51A86D326A8}" type="slidenum">
              <a:rPr lang="en-US" altLang="en-US" sz="1400" b="0"/>
              <a:pPr/>
              <a:t>2</a:t>
            </a:fld>
            <a:endParaRPr lang="en-US" altLang="en-US" sz="1400" b="0"/>
          </a:p>
        </p:txBody>
      </p:sp>
      <p:sp>
        <p:nvSpPr>
          <p:cNvPr id="475138" name="Text Box 2">
            <a:extLst>
              <a:ext uri="{FF2B5EF4-FFF2-40B4-BE49-F238E27FC236}">
                <a16:creationId xmlns:a16="http://schemas.microsoft.com/office/drawing/2014/main" id="{937222F7-5317-CA3E-2F79-6202F03A6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i="1" dirty="0">
                <a:latin typeface="Times New Roman" charset="0"/>
                <a:ea typeface="ＭＳ Ｐゴシック" charset="0"/>
              </a:rPr>
              <a:t>Client and server on the same network</a:t>
            </a:r>
          </a:p>
        </p:txBody>
      </p:sp>
      <p:sp>
        <p:nvSpPr>
          <p:cNvPr id="475144" name="Rectangle 8">
            <a:extLst>
              <a:ext uri="{FF2B5EF4-FFF2-40B4-BE49-F238E27FC236}">
                <a16:creationId xmlns:a16="http://schemas.microsoft.com/office/drawing/2014/main" id="{4138CFEC-76A4-CD20-DEAD-ED590B980B4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 b="0">
              <a:latin typeface="Tahoma" charset="0"/>
              <a:ea typeface="ＭＳ Ｐゴシック" charset="0"/>
            </a:endParaRPr>
          </a:p>
        </p:txBody>
      </p:sp>
      <p:sp>
        <p:nvSpPr>
          <p:cNvPr id="475145" name="Rectangle 9">
            <a:extLst>
              <a:ext uri="{FF2B5EF4-FFF2-40B4-BE49-F238E27FC236}">
                <a16:creationId xmlns:a16="http://schemas.microsoft.com/office/drawing/2014/main" id="{0A99083E-2B9A-D38C-695B-7F3270667FB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 b="0">
              <a:latin typeface="Tahoma" charset="0"/>
              <a:ea typeface="ＭＳ Ｐゴシック" charset="0"/>
            </a:endParaRPr>
          </a:p>
        </p:txBody>
      </p:sp>
      <p:pic>
        <p:nvPicPr>
          <p:cNvPr id="475146" name="Picture 10">
            <a:extLst>
              <a:ext uri="{FF2B5EF4-FFF2-40B4-BE49-F238E27FC236}">
                <a16:creationId xmlns:a16="http://schemas.microsoft.com/office/drawing/2014/main" id="{F41CCFF3-D326-3A25-F6AF-1A0CAF474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8" y="1755775"/>
            <a:ext cx="7669212" cy="304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99FF9F3A-CBC7-14BD-01BC-3E780F8637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AE92712D-ECA9-999B-712C-F46F78BDC3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98B97B7-D891-3146-94F2-918BB34C9CAC}" type="slidenum">
              <a:rPr lang="en-US" altLang="en-US" sz="1400" b="0"/>
              <a:pPr/>
              <a:t>3</a:t>
            </a:fld>
            <a:endParaRPr lang="en-US" altLang="en-US" sz="1400" b="0"/>
          </a:p>
        </p:txBody>
      </p:sp>
      <p:sp>
        <p:nvSpPr>
          <p:cNvPr id="476162" name="Text Box 2">
            <a:extLst>
              <a:ext uri="{FF2B5EF4-FFF2-40B4-BE49-F238E27FC236}">
                <a16:creationId xmlns:a16="http://schemas.microsoft.com/office/drawing/2014/main" id="{B8421761-2580-8F18-76EF-8F839D8C2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i="1" dirty="0">
                <a:latin typeface="Times New Roman" charset="0"/>
                <a:ea typeface="ＭＳ Ｐゴシック" charset="0"/>
              </a:rPr>
              <a:t>Client and server on two different networks</a:t>
            </a:r>
          </a:p>
        </p:txBody>
      </p:sp>
      <p:sp>
        <p:nvSpPr>
          <p:cNvPr id="476168" name="Rectangle 8">
            <a:extLst>
              <a:ext uri="{FF2B5EF4-FFF2-40B4-BE49-F238E27FC236}">
                <a16:creationId xmlns:a16="http://schemas.microsoft.com/office/drawing/2014/main" id="{9419E3E3-7B40-3C3B-A8DA-9C7C8B111C2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 b="0">
              <a:latin typeface="Tahoma" charset="0"/>
              <a:ea typeface="ＭＳ Ｐゴシック" charset="0"/>
            </a:endParaRPr>
          </a:p>
        </p:txBody>
      </p:sp>
      <p:sp>
        <p:nvSpPr>
          <p:cNvPr id="476169" name="Rectangle 9">
            <a:extLst>
              <a:ext uri="{FF2B5EF4-FFF2-40B4-BE49-F238E27FC236}">
                <a16:creationId xmlns:a16="http://schemas.microsoft.com/office/drawing/2014/main" id="{28111BB2-8AAC-5AE5-9EBE-549C7C85150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 b="0">
              <a:latin typeface="Tahoma" charset="0"/>
              <a:ea typeface="ＭＳ Ｐゴシック" charset="0"/>
            </a:endParaRPr>
          </a:p>
        </p:txBody>
      </p:sp>
      <p:pic>
        <p:nvPicPr>
          <p:cNvPr id="476170" name="Picture 10">
            <a:extLst>
              <a:ext uri="{FF2B5EF4-FFF2-40B4-BE49-F238E27FC236}">
                <a16:creationId xmlns:a16="http://schemas.microsoft.com/office/drawing/2014/main" id="{290A33F8-E6CE-D5B5-8D49-3696245BD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8" y="1370013"/>
            <a:ext cx="8793162" cy="426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0A1E7AA7-9668-D976-F482-6C56D48578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2558A76A-79AA-96A8-9127-9A8C50C5CA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FE16936-0D83-CF4E-9520-7C5426A6229E}" type="slidenum">
              <a:rPr lang="en-US" altLang="en-US" sz="1400" b="0"/>
              <a:pPr/>
              <a:t>4</a:t>
            </a:fld>
            <a:endParaRPr lang="en-US" altLang="en-US" sz="1400" b="0"/>
          </a:p>
        </p:txBody>
      </p:sp>
      <p:sp>
        <p:nvSpPr>
          <p:cNvPr id="477186" name="Text Box 2">
            <a:extLst>
              <a:ext uri="{FF2B5EF4-FFF2-40B4-BE49-F238E27FC236}">
                <a16:creationId xmlns:a16="http://schemas.microsoft.com/office/drawing/2014/main" id="{8B5C26AA-CB48-B49F-F8E2-0E69DAF78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i="1" dirty="0">
                <a:latin typeface="Times New Roman" charset="0"/>
                <a:ea typeface="ＭＳ Ｐゴシック" charset="0"/>
              </a:rPr>
              <a:t>Use of UDP ports</a:t>
            </a:r>
          </a:p>
        </p:txBody>
      </p:sp>
      <p:sp>
        <p:nvSpPr>
          <p:cNvPr id="477192" name="Rectangle 8">
            <a:extLst>
              <a:ext uri="{FF2B5EF4-FFF2-40B4-BE49-F238E27FC236}">
                <a16:creationId xmlns:a16="http://schemas.microsoft.com/office/drawing/2014/main" id="{E6DBE6DE-A346-70AD-7114-4626EACC2E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 b="0">
              <a:latin typeface="Tahoma" charset="0"/>
              <a:ea typeface="ＭＳ Ｐゴシック" charset="0"/>
            </a:endParaRPr>
          </a:p>
        </p:txBody>
      </p:sp>
      <p:sp>
        <p:nvSpPr>
          <p:cNvPr id="477193" name="Rectangle 9">
            <a:extLst>
              <a:ext uri="{FF2B5EF4-FFF2-40B4-BE49-F238E27FC236}">
                <a16:creationId xmlns:a16="http://schemas.microsoft.com/office/drawing/2014/main" id="{754766F6-B06F-79C2-35E2-EC1E9139B63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 b="0">
              <a:latin typeface="Tahoma" charset="0"/>
              <a:ea typeface="ＭＳ Ｐゴシック" charset="0"/>
            </a:endParaRPr>
          </a:p>
        </p:txBody>
      </p:sp>
      <p:pic>
        <p:nvPicPr>
          <p:cNvPr id="477194" name="Picture 10">
            <a:extLst>
              <a:ext uri="{FF2B5EF4-FFF2-40B4-BE49-F238E27FC236}">
                <a16:creationId xmlns:a16="http://schemas.microsoft.com/office/drawing/2014/main" id="{AE34102B-B787-3F57-468B-C3D259A98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388" y="1289050"/>
            <a:ext cx="6754812" cy="488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EA96E7DC-A03C-826C-BF7A-227098BCA6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A8B68F09-D49C-B6E1-C0B9-945BA8570D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F918EE1-795E-9E41-B24F-55EEA8896D6C}" type="slidenum">
              <a:rPr lang="en-US" altLang="en-US" sz="1400" b="0"/>
              <a:pPr/>
              <a:t>5</a:t>
            </a:fld>
            <a:endParaRPr lang="en-US" altLang="en-US" sz="1400" b="0"/>
          </a:p>
        </p:txBody>
      </p:sp>
      <p:sp>
        <p:nvSpPr>
          <p:cNvPr id="478210" name="Text Box 2">
            <a:extLst>
              <a:ext uri="{FF2B5EF4-FFF2-40B4-BE49-F238E27FC236}">
                <a16:creationId xmlns:a16="http://schemas.microsoft.com/office/drawing/2014/main" id="{E08440A6-3ABC-CAA1-D629-7EF2E4C49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i="1" dirty="0">
                <a:latin typeface="Times New Roman" charset="0"/>
                <a:ea typeface="ＭＳ Ｐゴシック" charset="0"/>
              </a:rPr>
              <a:t>BOOTP packet format</a:t>
            </a:r>
          </a:p>
        </p:txBody>
      </p:sp>
      <p:sp>
        <p:nvSpPr>
          <p:cNvPr id="478216" name="Rectangle 8">
            <a:extLst>
              <a:ext uri="{FF2B5EF4-FFF2-40B4-BE49-F238E27FC236}">
                <a16:creationId xmlns:a16="http://schemas.microsoft.com/office/drawing/2014/main" id="{82F31999-84E1-20E7-20A4-96FF3D20CE4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 b="0">
              <a:latin typeface="Tahoma" charset="0"/>
              <a:ea typeface="ＭＳ Ｐゴシック" charset="0"/>
            </a:endParaRPr>
          </a:p>
        </p:txBody>
      </p:sp>
      <p:sp>
        <p:nvSpPr>
          <p:cNvPr id="478217" name="Rectangle 9">
            <a:extLst>
              <a:ext uri="{FF2B5EF4-FFF2-40B4-BE49-F238E27FC236}">
                <a16:creationId xmlns:a16="http://schemas.microsoft.com/office/drawing/2014/main" id="{34B777AC-A40F-726E-5E5D-786CB073B55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 b="0">
              <a:latin typeface="Tahoma" charset="0"/>
              <a:ea typeface="ＭＳ Ｐゴシック" charset="0"/>
            </a:endParaRPr>
          </a:p>
        </p:txBody>
      </p:sp>
      <p:pic>
        <p:nvPicPr>
          <p:cNvPr id="478218" name="Picture 10">
            <a:extLst>
              <a:ext uri="{FF2B5EF4-FFF2-40B4-BE49-F238E27FC236}">
                <a16:creationId xmlns:a16="http://schemas.microsoft.com/office/drawing/2014/main" id="{29FE43C0-D25E-AA7F-3434-7CA7BCC4A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914400"/>
            <a:ext cx="7038975" cy="551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6F2FB57-07E3-47A8-2BCA-835F520335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17293C5F-3DC0-FE3B-528B-A6D1F181E8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1CE9E3F-0E5A-1A4B-A837-7772C582565B}" type="slidenum">
              <a:rPr lang="en-US" altLang="en-US" sz="1400" b="0"/>
              <a:pPr/>
              <a:t>6</a:t>
            </a:fld>
            <a:endParaRPr lang="en-US" altLang="en-US" sz="1400" b="0"/>
          </a:p>
        </p:txBody>
      </p:sp>
      <p:sp>
        <p:nvSpPr>
          <p:cNvPr id="479234" name="Text Box 2">
            <a:extLst>
              <a:ext uri="{FF2B5EF4-FFF2-40B4-BE49-F238E27FC236}">
                <a16:creationId xmlns:a16="http://schemas.microsoft.com/office/drawing/2014/main" id="{C92C27AA-5DF5-C11F-119C-2EA25B2AA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i="1" dirty="0">
                <a:latin typeface="Times New Roman" charset="0"/>
                <a:ea typeface="ＭＳ Ｐゴシック" charset="0"/>
              </a:rPr>
              <a:t>Option format</a:t>
            </a:r>
          </a:p>
        </p:txBody>
      </p:sp>
      <p:sp>
        <p:nvSpPr>
          <p:cNvPr id="479240" name="Rectangle 8">
            <a:extLst>
              <a:ext uri="{FF2B5EF4-FFF2-40B4-BE49-F238E27FC236}">
                <a16:creationId xmlns:a16="http://schemas.microsoft.com/office/drawing/2014/main" id="{C8FE63C0-3A62-9EAE-1E9E-402B3BE50BB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 b="0">
              <a:latin typeface="Tahoma" charset="0"/>
              <a:ea typeface="ＭＳ Ｐゴシック" charset="0"/>
            </a:endParaRPr>
          </a:p>
        </p:txBody>
      </p:sp>
      <p:sp>
        <p:nvSpPr>
          <p:cNvPr id="479241" name="Rectangle 9">
            <a:extLst>
              <a:ext uri="{FF2B5EF4-FFF2-40B4-BE49-F238E27FC236}">
                <a16:creationId xmlns:a16="http://schemas.microsoft.com/office/drawing/2014/main" id="{2A65F8E4-8F4F-EE05-B100-8A08BF090A6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 b="0">
              <a:latin typeface="Tahoma" charset="0"/>
              <a:ea typeface="ＭＳ Ｐゴシック" charset="0"/>
            </a:endParaRPr>
          </a:p>
        </p:txBody>
      </p:sp>
      <p:pic>
        <p:nvPicPr>
          <p:cNvPr id="479242" name="Picture 10">
            <a:extLst>
              <a:ext uri="{FF2B5EF4-FFF2-40B4-BE49-F238E27FC236}">
                <a16:creationId xmlns:a16="http://schemas.microsoft.com/office/drawing/2014/main" id="{5B3D8DBA-9526-E8A2-4243-A75D012B0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1412875"/>
            <a:ext cx="7899400" cy="403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8C75AD85-50DF-F33B-9C73-4A1F69514F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F95B0F4D-0D1C-EC43-34FE-67D3D95268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6985D21-2E33-3043-8ACC-381C4D960DE1}" type="slidenum">
              <a:rPr lang="en-US" altLang="en-US" sz="1400" b="0"/>
              <a:pPr/>
              <a:t>7</a:t>
            </a:fld>
            <a:endParaRPr lang="en-US" altLang="en-US" sz="1400" b="0"/>
          </a:p>
        </p:txBody>
      </p:sp>
      <p:sp>
        <p:nvSpPr>
          <p:cNvPr id="484355" name="Text Box 3">
            <a:extLst>
              <a:ext uri="{FF2B5EF4-FFF2-40B4-BE49-F238E27FC236}">
                <a16:creationId xmlns:a16="http://schemas.microsoft.com/office/drawing/2014/main" id="{1CF980F4-40D1-22F0-4A4D-B22510AF3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513" y="304800"/>
            <a:ext cx="28225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Options for BOOTP</a:t>
            </a:r>
          </a:p>
        </p:txBody>
      </p:sp>
      <p:pic>
        <p:nvPicPr>
          <p:cNvPr id="484393" name="Picture 41">
            <a:extLst>
              <a:ext uri="{FF2B5EF4-FFF2-40B4-BE49-F238E27FC236}">
                <a16:creationId xmlns:a16="http://schemas.microsoft.com/office/drawing/2014/main" id="{9D75BBF8-8AD1-EC80-3997-259DCF6A8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762000"/>
            <a:ext cx="754380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9D98A62F-113A-E52F-DB9B-789AF310AB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B69FC7EE-6D81-FDE6-466F-CB857D5200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6BFD81C-C46D-2549-8EF9-CD59B84ED8D7}" type="slidenum">
              <a:rPr lang="en-US" altLang="en-US" sz="1400" b="0"/>
              <a:pPr/>
              <a:t>8</a:t>
            </a:fld>
            <a:endParaRPr lang="en-US" altLang="en-US" sz="1400" b="0"/>
          </a:p>
        </p:txBody>
      </p:sp>
      <p:grpSp>
        <p:nvGrpSpPr>
          <p:cNvPr id="11267" name="Group 2">
            <a:extLst>
              <a:ext uri="{FF2B5EF4-FFF2-40B4-BE49-F238E27FC236}">
                <a16:creationId xmlns:a16="http://schemas.microsoft.com/office/drawing/2014/main" id="{DEC29B78-8E2F-458D-B591-84043F03C23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686800" cy="6400800"/>
            <a:chOff x="0" y="96"/>
            <a:chExt cx="5472" cy="3840"/>
          </a:xfrm>
        </p:grpSpPr>
        <p:sp>
          <p:nvSpPr>
            <p:cNvPr id="474115" name="AutoShape 3">
              <a:extLst>
                <a:ext uri="{FF2B5EF4-FFF2-40B4-BE49-F238E27FC236}">
                  <a16:creationId xmlns:a16="http://schemas.microsoft.com/office/drawing/2014/main" id="{03E886BB-53F0-2DB9-3670-7972E187E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1272" name="AutoShape 4">
              <a:extLst>
                <a:ext uri="{FF2B5EF4-FFF2-40B4-BE49-F238E27FC236}">
                  <a16:creationId xmlns:a16="http://schemas.microsoft.com/office/drawing/2014/main" id="{5B53F1AA-C173-EB10-E5C0-9CCEA9D87530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T0" fmla="*/ 0 w 7000"/>
                <a:gd name="T1" fmla="*/ 0 h 1000"/>
                <a:gd name="T2" fmla="*/ 33170 w 7000"/>
                <a:gd name="T3" fmla="*/ -1 h 1000"/>
                <a:gd name="T4" fmla="*/ 35858 w 7000"/>
                <a:gd name="T5" fmla="*/ 384 h 1000"/>
                <a:gd name="T6" fmla="*/ 33165 w 7000"/>
                <a:gd name="T7" fmla="*/ 768 h 1000"/>
                <a:gd name="T8" fmla="*/ 0 w 7000"/>
                <a:gd name="T9" fmla="*/ 768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0"/>
                <a:gd name="T16" fmla="*/ 0 h 1000"/>
                <a:gd name="T17" fmla="*/ 3500 w 7000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0" h="1000">
                  <a:moveTo>
                    <a:pt x="0" y="0"/>
                  </a:moveTo>
                  <a:lnTo>
                    <a:pt x="6170" y="-1"/>
                  </a:lnTo>
                  <a:cubicBezTo>
                    <a:pt x="6446" y="0"/>
                    <a:pt x="6670" y="223"/>
                    <a:pt x="6670" y="500"/>
                  </a:cubicBezTo>
                  <a:cubicBezTo>
                    <a:pt x="6670" y="776"/>
                    <a:pt x="6446" y="1000"/>
                    <a:pt x="6169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4117" name="Line 5">
              <a:extLst>
                <a:ext uri="{FF2B5EF4-FFF2-40B4-BE49-F238E27FC236}">
                  <a16:creationId xmlns:a16="http://schemas.microsoft.com/office/drawing/2014/main" id="{7D49A7DC-911C-532E-4EB6-BCF3130171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474118" name="Text Box 6">
            <a:extLst>
              <a:ext uri="{FF2B5EF4-FFF2-40B4-BE49-F238E27FC236}">
                <a16:creationId xmlns:a16="http://schemas.microsoft.com/office/drawing/2014/main" id="{952474C1-B20B-0ECC-51CF-287FB7EBB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54013"/>
            <a:ext cx="1484313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dirty="0">
                <a:solidFill>
                  <a:schemeClr val="bg1"/>
                </a:solidFill>
                <a:latin typeface="Arial" charset="0"/>
                <a:ea typeface="ＭＳ Ｐゴシック" charset="0"/>
              </a:rPr>
              <a:t>DHCP</a:t>
            </a:r>
          </a:p>
        </p:txBody>
      </p:sp>
      <p:sp>
        <p:nvSpPr>
          <p:cNvPr id="474119" name="Rectangle 7">
            <a:extLst>
              <a:ext uri="{FF2B5EF4-FFF2-40B4-BE49-F238E27FC236}">
                <a16:creationId xmlns:a16="http://schemas.microsoft.com/office/drawing/2014/main" id="{FFD241D9-72DD-8160-063C-4661BD3E3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371600"/>
            <a:ext cx="7848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just"/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The Dynamic Host Configuration Protocol (DHCP) provides static and dynamic address allocation that can be manual or automatic.</a:t>
            </a:r>
          </a:p>
        </p:txBody>
      </p:sp>
      <p:sp>
        <p:nvSpPr>
          <p:cNvPr id="474121" name="Rectangle 9">
            <a:extLst>
              <a:ext uri="{FF2B5EF4-FFF2-40B4-BE49-F238E27FC236}">
                <a16:creationId xmlns:a16="http://schemas.microsoft.com/office/drawing/2014/main" id="{6933B3F9-B226-0900-25D2-A26CF3B77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86200"/>
            <a:ext cx="73152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xmlns="" w="762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Static Address Allocation </a:t>
            </a:r>
          </a:p>
          <a:p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Dynamic Address Allocation </a:t>
            </a:r>
          </a:p>
          <a:p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Manual and Automatic Configuration </a:t>
            </a:r>
          </a:p>
          <a:p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Packet Format </a:t>
            </a:r>
          </a:p>
          <a:p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Transition States </a:t>
            </a:r>
          </a:p>
          <a:p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Exchanging Messages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CA9A4539-D099-1881-6B68-3D4304076D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BEBAF2EF-AFA5-C9D6-B9A2-4916DB38D4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D6A3A73-2807-A543-A102-373133298437}" type="slidenum">
              <a:rPr lang="en-US" altLang="en-US" sz="1400" b="0"/>
              <a:pPr/>
              <a:t>9</a:t>
            </a:fld>
            <a:endParaRPr lang="en-US" altLang="en-US" sz="1400" b="0"/>
          </a:p>
        </p:txBody>
      </p:sp>
      <p:sp>
        <p:nvSpPr>
          <p:cNvPr id="480258" name="Text Box 2">
            <a:extLst>
              <a:ext uri="{FF2B5EF4-FFF2-40B4-BE49-F238E27FC236}">
                <a16:creationId xmlns:a16="http://schemas.microsoft.com/office/drawing/2014/main" id="{A2BF1039-2AA4-CA21-2E2C-6300931AF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i="1" dirty="0">
                <a:latin typeface="Times New Roman" charset="0"/>
                <a:ea typeface="ＭＳ Ｐゴシック" charset="0"/>
              </a:rPr>
              <a:t>DHCP packet</a:t>
            </a:r>
          </a:p>
        </p:txBody>
      </p:sp>
      <p:sp>
        <p:nvSpPr>
          <p:cNvPr id="480264" name="Rectangle 8">
            <a:extLst>
              <a:ext uri="{FF2B5EF4-FFF2-40B4-BE49-F238E27FC236}">
                <a16:creationId xmlns:a16="http://schemas.microsoft.com/office/drawing/2014/main" id="{F030DA5A-8BE7-ADB4-5177-08A5510C3FB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 b="0">
              <a:latin typeface="Tahoma" charset="0"/>
              <a:ea typeface="ＭＳ Ｐゴシック" charset="0"/>
            </a:endParaRPr>
          </a:p>
        </p:txBody>
      </p:sp>
      <p:sp>
        <p:nvSpPr>
          <p:cNvPr id="480265" name="Rectangle 9">
            <a:extLst>
              <a:ext uri="{FF2B5EF4-FFF2-40B4-BE49-F238E27FC236}">
                <a16:creationId xmlns:a16="http://schemas.microsoft.com/office/drawing/2014/main" id="{E4F17731-F110-86AC-2D60-E533ECAFB9F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 b="0">
              <a:latin typeface="Tahoma" charset="0"/>
              <a:ea typeface="ＭＳ Ｐゴシック" charset="0"/>
            </a:endParaRPr>
          </a:p>
        </p:txBody>
      </p:sp>
      <p:pic>
        <p:nvPicPr>
          <p:cNvPr id="480266" name="Picture 10">
            <a:extLst>
              <a:ext uri="{FF2B5EF4-FFF2-40B4-BE49-F238E27FC236}">
                <a16:creationId xmlns:a16="http://schemas.microsoft.com/office/drawing/2014/main" id="{A1327314-0FB0-BE25-BD08-72820D549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685800"/>
            <a:ext cx="7038975" cy="575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039FCDBF-C270-BC76-507D-95342CF97B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1688909-6BD0-72E9-9510-397180C090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6937B8C-D13F-6041-A419-C737942905E1}" type="slidenum">
              <a:rPr lang="en-US" altLang="en-US" sz="1400" b="0"/>
              <a:pPr/>
              <a:t>10</a:t>
            </a:fld>
            <a:endParaRPr lang="en-US" altLang="en-US" sz="1400" b="0"/>
          </a:p>
        </p:txBody>
      </p:sp>
      <p:sp>
        <p:nvSpPr>
          <p:cNvPr id="485379" name="Text Box 3">
            <a:extLst>
              <a:ext uri="{FF2B5EF4-FFF2-40B4-BE49-F238E27FC236}">
                <a16:creationId xmlns:a16="http://schemas.microsoft.com/office/drawing/2014/main" id="{F4AB7547-CEDC-061F-A40E-842073EEB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1600200"/>
            <a:ext cx="26511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Options for DHCP</a:t>
            </a:r>
          </a:p>
        </p:txBody>
      </p:sp>
      <p:pic>
        <p:nvPicPr>
          <p:cNvPr id="485417" name="Picture 41">
            <a:extLst>
              <a:ext uri="{FF2B5EF4-FFF2-40B4-BE49-F238E27FC236}">
                <a16:creationId xmlns:a16="http://schemas.microsoft.com/office/drawing/2014/main" id="{EF97322D-76A3-616C-1127-9D9535B69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75" y="2027238"/>
            <a:ext cx="6892925" cy="292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2E0B3250-0869-07C4-9388-BA32D9E3C4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D568DB30-EED0-11D9-2347-A93ABED3E2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92B31FD-2DBB-244D-9876-2706462A2026}" type="slidenum">
              <a:rPr lang="en-US" altLang="en-US" sz="1400" b="0"/>
              <a:pPr/>
              <a:t>11</a:t>
            </a:fld>
            <a:endParaRPr lang="en-US" altLang="en-US" sz="1400" b="0"/>
          </a:p>
        </p:txBody>
      </p:sp>
      <p:sp>
        <p:nvSpPr>
          <p:cNvPr id="481282" name="Text Box 2">
            <a:extLst>
              <a:ext uri="{FF2B5EF4-FFF2-40B4-BE49-F238E27FC236}">
                <a16:creationId xmlns:a16="http://schemas.microsoft.com/office/drawing/2014/main" id="{EE7F5D2F-B0EA-53F7-4ADD-E2FB614D4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i="1" dirty="0">
                <a:latin typeface="Times New Roman" charset="0"/>
                <a:ea typeface="ＭＳ Ｐゴシック" charset="0"/>
              </a:rPr>
              <a:t>DHCP transition diagram</a:t>
            </a:r>
          </a:p>
        </p:txBody>
      </p:sp>
      <p:sp>
        <p:nvSpPr>
          <p:cNvPr id="481286" name="Rectangle 6">
            <a:extLst>
              <a:ext uri="{FF2B5EF4-FFF2-40B4-BE49-F238E27FC236}">
                <a16:creationId xmlns:a16="http://schemas.microsoft.com/office/drawing/2014/main" id="{C59F8ED6-015F-FEDB-83E0-A66C94089E6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 b="0">
              <a:latin typeface="Tahoma" charset="0"/>
              <a:ea typeface="ＭＳ Ｐゴシック" charset="0"/>
            </a:endParaRPr>
          </a:p>
        </p:txBody>
      </p:sp>
      <p:sp>
        <p:nvSpPr>
          <p:cNvPr id="481289" name="Rectangle 9">
            <a:extLst>
              <a:ext uri="{FF2B5EF4-FFF2-40B4-BE49-F238E27FC236}">
                <a16:creationId xmlns:a16="http://schemas.microsoft.com/office/drawing/2014/main" id="{70D87A8C-C733-8DA4-21F7-E1CE9E12CA5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 b="0">
              <a:latin typeface="Tahoma" charset="0"/>
              <a:ea typeface="ＭＳ Ｐゴシック" charset="0"/>
            </a:endParaRPr>
          </a:p>
        </p:txBody>
      </p:sp>
      <p:pic>
        <p:nvPicPr>
          <p:cNvPr id="481290" name="Picture 10">
            <a:extLst>
              <a:ext uri="{FF2B5EF4-FFF2-40B4-BE49-F238E27FC236}">
                <a16:creationId xmlns:a16="http://schemas.microsoft.com/office/drawing/2014/main" id="{AA0A59CC-A246-2A67-94D2-835C7D3CD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639763"/>
            <a:ext cx="7953375" cy="584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57DA8BB1-1721-4DBC-0CA1-41BA3369F3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/>
              <a:t>TCP/IP Protocol Suite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54946E8B-2FF5-32C1-65D6-509AA9052A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D0776AD-B644-DB42-9288-48A2505CA853}" type="slidenum">
              <a:rPr lang="en-US" altLang="en-US" sz="1400" b="0"/>
              <a:pPr/>
              <a:t>12</a:t>
            </a:fld>
            <a:endParaRPr lang="en-US" altLang="en-US" sz="1400" b="0"/>
          </a:p>
        </p:txBody>
      </p:sp>
      <p:sp>
        <p:nvSpPr>
          <p:cNvPr id="482306" name="Text Box 2">
            <a:extLst>
              <a:ext uri="{FF2B5EF4-FFF2-40B4-BE49-F238E27FC236}">
                <a16:creationId xmlns:a16="http://schemas.microsoft.com/office/drawing/2014/main" id="{88D1C5F5-6E71-AA12-5C7A-F5B1142EE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i="1" dirty="0">
                <a:latin typeface="Times New Roman" charset="0"/>
                <a:ea typeface="ＭＳ Ｐゴシック" charset="0"/>
              </a:rPr>
              <a:t>Exchanging messages</a:t>
            </a:r>
          </a:p>
        </p:txBody>
      </p:sp>
      <p:sp>
        <p:nvSpPr>
          <p:cNvPr id="482312" name="Rectangle 8">
            <a:extLst>
              <a:ext uri="{FF2B5EF4-FFF2-40B4-BE49-F238E27FC236}">
                <a16:creationId xmlns:a16="http://schemas.microsoft.com/office/drawing/2014/main" id="{F85F4B3E-C407-8D18-9075-6F1A0F6255E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 b="0">
              <a:latin typeface="Tahoma" charset="0"/>
              <a:ea typeface="ＭＳ Ｐゴシック" charset="0"/>
            </a:endParaRPr>
          </a:p>
        </p:txBody>
      </p:sp>
      <p:sp>
        <p:nvSpPr>
          <p:cNvPr id="482313" name="Rectangle 9">
            <a:extLst>
              <a:ext uri="{FF2B5EF4-FFF2-40B4-BE49-F238E27FC236}">
                <a16:creationId xmlns:a16="http://schemas.microsoft.com/office/drawing/2014/main" id="{1E7BA591-39AE-B92D-CF17-05EB82DE02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 b="0">
              <a:latin typeface="Tahoma" charset="0"/>
              <a:ea typeface="ＭＳ Ｐゴシック" charset="0"/>
            </a:endParaRPr>
          </a:p>
        </p:txBody>
      </p:sp>
      <p:pic>
        <p:nvPicPr>
          <p:cNvPr id="482314" name="Picture 10">
            <a:extLst>
              <a:ext uri="{FF2B5EF4-FFF2-40B4-BE49-F238E27FC236}">
                <a16:creationId xmlns:a16="http://schemas.microsoft.com/office/drawing/2014/main" id="{B864E91B-BBCA-42B0-F6CD-E463E8E0A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838" y="700088"/>
            <a:ext cx="4762500" cy="562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  <a:ea typeface="ＭＳ Ｐゴシック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1526</TotalTime>
  <Words>199</Words>
  <Application>Microsoft Macintosh PowerPoint</Application>
  <PresentationFormat>On-screen Show (4:3)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Tahoma</vt:lpstr>
      <vt:lpstr>ＭＳ Ｐゴシック</vt:lpstr>
      <vt:lpstr>Arial</vt:lpstr>
      <vt:lpstr>Wingdings</vt:lpstr>
      <vt:lpstr>Times New Roman</vt:lpstr>
      <vt:lpstr>McGrawHill-Italic</vt:lpstr>
      <vt:lpstr>Blends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CHOCKALINGAM THIAGARAJAN</cp:lastModifiedBy>
  <cp:revision>100</cp:revision>
  <dcterms:created xsi:type="dcterms:W3CDTF">2000-01-15T04:50:39Z</dcterms:created>
  <dcterms:modified xsi:type="dcterms:W3CDTF">2026-04-24T00:05:07Z</dcterms:modified>
</cp:coreProperties>
</file>